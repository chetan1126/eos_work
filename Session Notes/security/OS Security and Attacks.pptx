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4" d="100"/>
          <a:sy n="44" d="100"/>
        </p:scale>
        <p:origin x="1502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D742D1-7BF0-48ED-ADAF-9E3A1836E61B}"/>
              </a:ext>
            </a:extLst>
          </p:cNvPr>
          <p:cNvSpPr/>
          <p:nvPr/>
        </p:nvSpPr>
        <p:spPr>
          <a:xfrm>
            <a:off x="0" y="4735808"/>
            <a:ext cx="9144000" cy="2122193"/>
          </a:xfrm>
          <a:prstGeom prst="rect">
            <a:avLst/>
          </a:prstGeom>
          <a:solidFill>
            <a:srgbClr val="332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5F9472-A0F2-4550-9734-62C795442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2999" y="2657918"/>
            <a:ext cx="6858000" cy="1655478"/>
          </a:xfrm>
        </p:spPr>
        <p:txBody>
          <a:bodyPr anchor="ctr"/>
          <a:lstStyle>
            <a:lvl1pPr algn="ctr">
              <a:defRPr sz="6000" b="1">
                <a:solidFill>
                  <a:srgbClr val="002060"/>
                </a:solidFill>
                <a:latin typeface="Heltevica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6664E1-9485-4079-B9A8-E082A5C72A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989529"/>
            <a:ext cx="6858000" cy="50872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Heltevic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 of Faculty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D7214-C4CD-498C-9834-C885BB9C4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04CF-1B37-45E7-B160-2B0ACE4554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1C1536E-590E-4BA0-BAD4-4BEA88F0BF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2999" y="1892448"/>
            <a:ext cx="6858000" cy="310144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dirty="0"/>
              <a:t>Name of the Course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AB6A75-82A7-4C99-B78D-F243936C33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2999" y="2320790"/>
            <a:ext cx="6858000" cy="310145"/>
          </a:xfrm>
        </p:spPr>
        <p:txBody>
          <a:bodyPr>
            <a:normAutofit/>
          </a:bodyPr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Heltevica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Topic No</a:t>
            </a:r>
          </a:p>
        </p:txBody>
      </p:sp>
    </p:spTree>
    <p:extLst>
      <p:ext uri="{BB962C8B-B14F-4D97-AF65-F5344CB8AC3E}">
        <p14:creationId xmlns:p14="http://schemas.microsoft.com/office/powerpoint/2010/main" val="3639108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Shripad</a:t>
            </a:r>
            <a:r>
              <a:rPr lang="en-US" dirty="0"/>
              <a:t> V </a:t>
            </a:r>
            <a:r>
              <a:rPr lang="en-US" dirty="0" err="1"/>
              <a:t>Deshpande</a:t>
            </a:r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F6F0AE34-63F6-F533-D947-7471556424A9}"/>
              </a:ext>
            </a:extLst>
          </p:cNvPr>
          <p:cNvSpPr txBox="1">
            <a:spLocks/>
          </p:cNvSpPr>
          <p:nvPr/>
        </p:nvSpPr>
        <p:spPr>
          <a:xfrm>
            <a:off x="1219200" y="389986"/>
            <a:ext cx="6858000" cy="6871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002060"/>
                </a:solidFill>
                <a:latin typeface="Heltevica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Operating Systems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8566400D-B781-CEB9-61BE-840AAD125B6D}"/>
              </a:ext>
            </a:extLst>
          </p:cNvPr>
          <p:cNvSpPr txBox="1">
            <a:spLocks/>
          </p:cNvSpPr>
          <p:nvPr/>
        </p:nvSpPr>
        <p:spPr>
          <a:xfrm>
            <a:off x="1143000" y="2273438"/>
            <a:ext cx="6858000" cy="759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002060"/>
                </a:solidFill>
                <a:latin typeface="Heltevica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Security and Attacks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Introduction to Operating System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Role in Security: Mediates user-hardware interaction and enforces safe rules.</a:t>
            </a:r>
          </a:p>
          <a:p>
            <a:r>
              <a:rPr dirty="0"/>
              <a:t>Why Security Matters:</a:t>
            </a:r>
          </a:p>
          <a:p>
            <a:pPr lvl="1"/>
            <a:r>
              <a:rPr dirty="0"/>
              <a:t>- Protects information</a:t>
            </a:r>
          </a:p>
          <a:p>
            <a:pPr lvl="1"/>
            <a:r>
              <a:rPr dirty="0"/>
              <a:t>- Prevents misuse</a:t>
            </a:r>
          </a:p>
          <a:p>
            <a:pPr lvl="1"/>
            <a:r>
              <a:rPr dirty="0"/>
              <a:t>- Ensures reliability</a:t>
            </a:r>
          </a:p>
          <a:p>
            <a:r>
              <a:rPr dirty="0"/>
              <a:t>Security Goals:</a:t>
            </a:r>
          </a:p>
          <a:p>
            <a:pPr lvl="1"/>
            <a:r>
              <a:rPr dirty="0"/>
              <a:t>- Confidentiality</a:t>
            </a:r>
          </a:p>
          <a:p>
            <a:pPr lvl="1"/>
            <a:r>
              <a:rPr dirty="0"/>
              <a:t>- Integrity</a:t>
            </a:r>
          </a:p>
          <a:p>
            <a:pPr lvl="1"/>
            <a:r>
              <a:rPr dirty="0"/>
              <a:t>- Availability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 of OS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User Authentication: Passwords, biometrics, multifactor.</a:t>
            </a:r>
          </a:p>
          <a:p>
            <a:r>
              <a:rPr dirty="0"/>
              <a:t>Access Control: </a:t>
            </a:r>
            <a:r>
              <a:rPr lang="en-US" dirty="0"/>
              <a:t>Discretionary Access Control (DAC), Mandatory Access Control (MAC), Role-Based Access Control (RBAC).</a:t>
            </a:r>
            <a:endParaRPr dirty="0"/>
          </a:p>
          <a:p>
            <a:r>
              <a:rPr dirty="0"/>
              <a:t>Security Auditing: Logs for suspicious behavior.</a:t>
            </a:r>
          </a:p>
          <a:p>
            <a:r>
              <a:rPr dirty="0"/>
              <a:t>Antivirus Tools: Detect and remove threats.</a:t>
            </a:r>
          </a:p>
          <a:p>
            <a:r>
              <a:rPr dirty="0"/>
              <a:t>System Updates: Fix vulnerabilities.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Landscape in OS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Internal Threats: Insiders, privilege misuse.</a:t>
            </a:r>
          </a:p>
          <a:p>
            <a:r>
              <a:rPr dirty="0"/>
              <a:t>External Threats: </a:t>
            </a:r>
            <a:r>
              <a:rPr lang="en-IN" dirty="0"/>
              <a:t>Hackers, cybercriminals, organized crime</a:t>
            </a:r>
          </a:p>
          <a:p>
            <a:r>
              <a:rPr dirty="0"/>
              <a:t>Accidental Threats: Misconfiguration, weak passwords.</a:t>
            </a:r>
          </a:p>
          <a:p>
            <a:r>
              <a:rPr dirty="0"/>
              <a:t>Intentional Threats: Targeted attacks.</a:t>
            </a:r>
          </a:p>
          <a:p>
            <a:r>
              <a:rPr dirty="0"/>
              <a:t>Zero-Day Vulnerabilities: Unknown security flaws.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Operating System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Privilege Escalation: Gain higher access.</a:t>
            </a:r>
          </a:p>
          <a:p>
            <a:r>
              <a:t>Buffer Overflow: Overwrite memory.</a:t>
            </a:r>
          </a:p>
          <a:p>
            <a:r>
              <a:t>Rootkits: Hidden privileged access.</a:t>
            </a:r>
          </a:p>
          <a:p>
            <a:r>
              <a:t>Denial of Service: Crash or slow system.</a:t>
            </a:r>
          </a:p>
          <a:p>
            <a:r>
              <a:t>Code Injection: Malicious code insertion.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Malware Types Targeting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Viruses: Attach to files.</a:t>
            </a:r>
          </a:p>
          <a:p>
            <a:r>
              <a:t>Worms: Spread via networks.</a:t>
            </a:r>
          </a:p>
          <a:p>
            <a:r>
              <a:t>Trojans: Disguised malware.</a:t>
            </a:r>
          </a:p>
          <a:p>
            <a:r>
              <a:t>Spyware: Collects user data.</a:t>
            </a:r>
          </a:p>
          <a:p>
            <a:r>
              <a:t>Ransomware: Encrypts data for ransom.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OS Attack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Stuxnet: Attacked industrial systems.</a:t>
            </a:r>
          </a:p>
          <a:p>
            <a:r>
              <a:t>WannaCry: Ransomware via EternalBlue.</a:t>
            </a:r>
          </a:p>
          <a:p>
            <a:r>
              <a:t>Dirty COW: Linux privilege bug.</a:t>
            </a:r>
          </a:p>
          <a:p>
            <a:r>
              <a:t>SolarWinds: Supply chain malware.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 Security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Patch Management: Regular updates.</a:t>
            </a:r>
          </a:p>
          <a:p>
            <a:r>
              <a:t>Firewalls: Traffic filtering.</a:t>
            </a:r>
          </a:p>
          <a:p>
            <a:r>
              <a:t>Antivirus: Signature and behavior-based.</a:t>
            </a:r>
          </a:p>
          <a:p>
            <a:r>
              <a:t>Sandboxing: Application isolation.</a:t>
            </a:r>
          </a:p>
          <a:p>
            <a:r>
              <a:t>Virtualization: Isolated environments.</a:t>
            </a:r>
          </a:p>
          <a:p>
            <a:r>
              <a:t>Security Modules: SELinux, AppArmor.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for OS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 Updates: Keep systems current.</a:t>
            </a:r>
          </a:p>
          <a:p>
            <a:r>
              <a:t>Strong Authentication: Passwords + MFA.</a:t>
            </a:r>
          </a:p>
          <a:p>
            <a:r>
              <a:t>Least Privilege: Restrict access.</a:t>
            </a:r>
          </a:p>
          <a:p>
            <a:r>
              <a:t>Backups: Regular and secure.</a:t>
            </a:r>
          </a:p>
          <a:p>
            <a:r>
              <a:t>Disk Encryption: Protect data.</a:t>
            </a:r>
          </a:p>
          <a:p>
            <a:r>
              <a:t>Network Segmentation: Limit exposure.</a:t>
            </a:r>
          </a:p>
          <a:p>
            <a:r>
              <a:t>User Education: Promote awareness.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337</Words>
  <Application>Microsoft Office PowerPoint</Application>
  <PresentationFormat>On-screen Show (4:3)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Heltevica</vt:lpstr>
      <vt:lpstr>Times New Roman</vt:lpstr>
      <vt:lpstr>Office Theme</vt:lpstr>
      <vt:lpstr>PowerPoint Presentation</vt:lpstr>
      <vt:lpstr>Introduction to Operating System Security</vt:lpstr>
      <vt:lpstr>Key Components of OS Security</vt:lpstr>
      <vt:lpstr>Threat Landscape in OS Security</vt:lpstr>
      <vt:lpstr>Common Operating System Attacks</vt:lpstr>
      <vt:lpstr>Malware Types Targeting OS</vt:lpstr>
      <vt:lpstr>Real-World OS Attack Examples</vt:lpstr>
      <vt:lpstr>OS Security Mechanisms</vt:lpstr>
      <vt:lpstr>Best Practices for OS Security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Shripad Deshpande</cp:lastModifiedBy>
  <cp:revision>3</cp:revision>
  <dcterms:created xsi:type="dcterms:W3CDTF">2013-01-27T09:14:16Z</dcterms:created>
  <dcterms:modified xsi:type="dcterms:W3CDTF">2025-05-11T13:37:47Z</dcterms:modified>
  <cp:category/>
</cp:coreProperties>
</file>