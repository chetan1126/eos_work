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68" r:id="rId4"/>
    <p:sldId id="36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15003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0D78A-5224-4CB5-BB4D-D00426FBAAA4}" type="datetimeFigureOut">
              <a:rPr lang="en-US" smtClean="0"/>
              <a:pPr/>
              <a:t>6/7/2024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332CE-0119-479D-996B-626D015DC57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ubuntu.com/Security/Featur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066800" y="1757551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7.1 Ubuntu Linux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939" y="1484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Operating System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5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52525"/>
                </a:solidFill>
                <a:effectLst/>
                <a:highlight>
                  <a:srgbClr val="FFFFFF"/>
                </a:highlight>
                <a:latin typeface="RedHatText"/>
              </a:rPr>
              <a:t>Confidentiality — Sensitive information must be available only to a set of pre-defined individuals. Unauthorized transmission and usage of information should be restricted.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52525"/>
                </a:solidFill>
                <a:effectLst/>
                <a:highlight>
                  <a:srgbClr val="FFFFFF"/>
                </a:highlight>
                <a:latin typeface="RedHatText"/>
              </a:rPr>
              <a:t>Integrity — Information should not be altered in ways that render it incomplete or incorrect. Unauthorized users should be restricted from the ability to modify or destroy sensitive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52525"/>
                </a:solidFill>
                <a:effectLst/>
                <a:highlight>
                  <a:srgbClr val="FFFFFF"/>
                </a:highlight>
                <a:latin typeface="RedHatText"/>
              </a:rPr>
              <a:t>Availability — Information should be accessible to authorized users any time that it is needed. Availability is a warranty that information can be obtained with an agreed-upon frequency and timeliness. This is often measured in terms of percentages and agreed to formally in Service Level Agreements (SLAs) used by network service providers and their enterprise clients.</a:t>
            </a:r>
          </a:p>
        </p:txBody>
      </p:sp>
    </p:spTree>
    <p:extLst>
      <p:ext uri="{BB962C8B-B14F-4D97-AF65-F5344CB8AC3E}">
        <p14:creationId xmlns:p14="http://schemas.microsoft.com/office/powerpoint/2010/main" val="176449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939" y="14842"/>
            <a:ext cx="8229600" cy="1143000"/>
          </a:xfrm>
        </p:spPr>
        <p:txBody>
          <a:bodyPr>
            <a:noAutofit/>
          </a:bodyPr>
          <a:lstStyle/>
          <a:p>
            <a:r>
              <a:rPr lang="en-US" dirty="0"/>
              <a:t>Ubuntu Linux 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5"/>
          </a:xfrm>
        </p:spPr>
        <p:txBody>
          <a:bodyPr>
            <a:noAutofit/>
          </a:bodyPr>
          <a:lstStyle/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Configuration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Measures taken to secure configuration of various aspects of the OS</a:t>
            </a:r>
          </a:p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Subsystems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Special purpose subsystems incorporated to take care of security</a:t>
            </a:r>
          </a:p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Mandatory Access Control (MAC)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All entities like files etc have controlled access</a:t>
            </a:r>
          </a:p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Storage Encryption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Data storage is encrypted</a:t>
            </a:r>
          </a:p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Trusted Platform Module</a:t>
            </a:r>
          </a:p>
          <a:p>
            <a:pPr marL="342900" lvl="1" indent="-342900"/>
            <a:r>
              <a:rPr lang="en-IN" sz="2400" dirty="0" err="1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Userspace</a:t>
            </a:r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 Hardening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Measures taken to secure user space</a:t>
            </a:r>
          </a:p>
          <a:p>
            <a:pPr marL="342900" lvl="1" indent="-342900"/>
            <a:r>
              <a:rPr lang="en-IN" sz="24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Kernel Hardening</a:t>
            </a:r>
          </a:p>
          <a:p>
            <a:pPr marL="742950" lvl="2" indent="-342900"/>
            <a:r>
              <a:rPr lang="en-IN" sz="2000" dirty="0">
                <a:solidFill>
                  <a:srgbClr val="252525"/>
                </a:solidFill>
                <a:highlight>
                  <a:srgbClr val="FFFFFF"/>
                </a:highlight>
                <a:latin typeface="RedHatText"/>
              </a:rPr>
              <a:t>Measures taken to secure kernel space</a:t>
            </a:r>
          </a:p>
          <a:p>
            <a:pPr marL="342900" lvl="1" indent="-342900"/>
            <a:endParaRPr lang="en-IN" sz="2400" dirty="0">
              <a:solidFill>
                <a:srgbClr val="252525"/>
              </a:solidFill>
              <a:highlight>
                <a:srgbClr val="FFFFFF"/>
              </a:highlight>
              <a:latin typeface="RedHatTex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rgbClr val="252525"/>
              </a:solidFill>
              <a:effectLst/>
              <a:highlight>
                <a:srgbClr val="FFFFFF"/>
              </a:highlight>
              <a:latin typeface="RedHatText"/>
            </a:endParaRPr>
          </a:p>
        </p:txBody>
      </p:sp>
    </p:spTree>
    <p:extLst>
      <p:ext uri="{BB962C8B-B14F-4D97-AF65-F5344CB8AC3E}">
        <p14:creationId xmlns:p14="http://schemas.microsoft.com/office/powerpoint/2010/main" val="170199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939" y="1484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/>
              <a:t>Details about security in Linux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5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52525"/>
                </a:solidFill>
                <a:effectLst/>
                <a:highlight>
                  <a:srgbClr val="FFFFFF"/>
                </a:highlight>
                <a:latin typeface="RedHatText"/>
                <a:hlinkClick r:id="rId2"/>
              </a:rPr>
              <a:t>https://wiki.ubuntu.com/Security/Features</a:t>
            </a:r>
            <a:endParaRPr lang="en-US" sz="2400" b="0" i="0" dirty="0">
              <a:solidFill>
                <a:srgbClr val="252525"/>
              </a:solidFill>
              <a:effectLst/>
              <a:highlight>
                <a:srgbClr val="FFFFFF"/>
              </a:highlight>
              <a:latin typeface="RedHatTex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52525"/>
              </a:solidFill>
              <a:effectLst/>
              <a:highlight>
                <a:srgbClr val="FFFFFF"/>
              </a:highlight>
              <a:latin typeface="RedHatText"/>
            </a:endParaRPr>
          </a:p>
        </p:txBody>
      </p:sp>
    </p:spTree>
    <p:extLst>
      <p:ext uri="{BB962C8B-B14F-4D97-AF65-F5344CB8AC3E}">
        <p14:creationId xmlns:p14="http://schemas.microsoft.com/office/powerpoint/2010/main" val="294141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2388</TotalTime>
  <Words>212</Words>
  <Application>Microsoft Office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Heltevica</vt:lpstr>
      <vt:lpstr>RedHatText</vt:lpstr>
      <vt:lpstr>Times New Roman</vt:lpstr>
      <vt:lpstr>Office Theme</vt:lpstr>
      <vt:lpstr>PowerPoint Presentation</vt:lpstr>
      <vt:lpstr>Operating System Security</vt:lpstr>
      <vt:lpstr>Ubuntu Linux Security Features</vt:lpstr>
      <vt:lpstr>Details about security in 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Synchronization</dc:title>
  <dc:creator>Bhaskar</dc:creator>
  <cp:lastModifiedBy>Shripad Deshpande</cp:lastModifiedBy>
  <cp:revision>37</cp:revision>
  <dcterms:created xsi:type="dcterms:W3CDTF">2019-03-18T01:07:42Z</dcterms:created>
  <dcterms:modified xsi:type="dcterms:W3CDTF">2024-06-06T19:58:06Z</dcterms:modified>
</cp:coreProperties>
</file>